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2743200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MGSC 697  ·  Assignment 2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7772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Retail Inventory</a:t>
            </a:r>
          </a:p>
          <a:p>
            <a:pPr algn="l"/>
            <a:r>
              <a:rPr sz="4600" b="1">
                <a:solidFill>
                  <a:srgbClr val="0EA5E9"/>
                </a:solidFill>
                <a:latin typeface="Calibri"/>
              </a:rPr>
              <a:t>Replenishment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C8E8"/>
                </a:solidFill>
                <a:latin typeface="Calibri"/>
              </a:rPr>
              <a:t>Training a Q-Learning Agent to Optimise Weekly Stock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C8E8"/>
                </a:solidFill>
                <a:latin typeface="Calibri"/>
              </a:rPr>
              <a:t>By Laura Manzanos (ID: 261284603)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Core Path  ·  Tabular Q-Learning  ·  Custom MDP  ·  52-week Horizon  ·  No external libraries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044"/>
                </a:solidFill>
                <a:latin typeface="Calibri"/>
              </a:rP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Every week, one decision: how many units to order?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325880"/>
            <a:ext cx="2651760" cy="2514600"/>
          </a:xfrm>
          <a:prstGeom prst="rect">
            <a:avLst/>
          </a:prstGeom>
          <a:solidFill>
            <a:srgbClr val="FF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325880"/>
            <a:ext cx="265176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258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 TOO LITTLE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43230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Stockout penalty: $8/unit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Lost sale + lost customer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0.62% rate with Q-learning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25880"/>
            <a:ext cx="2651760" cy="25146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325880"/>
            <a:ext cx="265176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3258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 TOO MUCH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783080"/>
            <a:ext cx="243230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Holding cost: $0.50/unit/week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Capital tied up in stock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Agent learns to avoid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1325880"/>
            <a:ext cx="2651760" cy="25146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53328" y="1325880"/>
            <a:ext cx="26517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13258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 OPTIMALLY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1783080"/>
            <a:ext cx="243230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Revenue: $20/unit sold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Match supply to demand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That's the RL problem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005072"/>
            <a:ext cx="8412480" cy="804672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05072"/>
            <a:ext cx="8138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The agent acts, demand is realised, a reward arrives, and the strategy improves - exactly the RL loop from the course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044"/>
                </a:solidFill>
                <a:latin typeface="Calibri"/>
              </a:rPr>
              <a:t>MDP 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41248"/>
            <a:ext cx="850392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234440" cy="6400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41248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8778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inventory_bin  ×  demand_regime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188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10 bins × 3 regimes = 30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9144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Captures the two variables that drive the optimal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17904"/>
            <a:ext cx="8503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17904"/>
            <a:ext cx="1234440" cy="6400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17904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Order qty ∈ {0, 5, 10, 15, 20, 25}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8653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6 discrete choices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91056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Discrete set mirrors real supplier MOQ constraints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94560"/>
            <a:ext cx="850392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194560"/>
            <a:ext cx="1234440" cy="6400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19456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2311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Revenue  −  holding  −  stockout pen.  −  order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5420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$20 sell · $0.50 hold · $8 short · $10+$2q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26771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All four cost levers wired in; business strategy as a number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71215"/>
            <a:ext cx="8503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871215"/>
            <a:ext cx="1234440" cy="6400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871215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TRANSITION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2907791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Demand ~ Poisson(μ_regime);  regime → Markov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21868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Low μ=5, Med μ=10, High μ=18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94436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Stochastic demand + slow seasonal drift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47872"/>
            <a:ext cx="850392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547872"/>
            <a:ext cx="1234440" cy="6400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547872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HORIZON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84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 = 52 steps  (one full year)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8953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Weekly decision 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62102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Long enough for temporal credit assignment to 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224528"/>
            <a:ext cx="1234440" cy="6400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224528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DISCOUNT 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42611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γ = 0.97  ≈  33-week effective horizon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572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Medium-term time preference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42976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Values this season's margin, not just next week's sale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044"/>
                </a:solidFill>
                <a:latin typeface="Calibri"/>
              </a:rPr>
              <a:t>Three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Compared on the same environment with fixed seeds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269748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69748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5272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7276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8FF"/>
                </a:solidFill>
                <a:latin typeface="Calibri"/>
              </a:rPr>
              <a:t>Baseline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65960"/>
            <a:ext cx="23774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Uniformly samples order qty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at each step.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 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Mean return: +$7,223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Fill rate: 93.2%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Stockout: 13.0%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 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Any learning agent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must beat this.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34440"/>
            <a:ext cx="269748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234440"/>
            <a:ext cx="269748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25272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(s, S) RULE-BASED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7276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8FF"/>
                </a:solidFill>
                <a:latin typeface="Calibri"/>
              </a:rPr>
              <a:t>Industry heuristic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965960"/>
            <a:ext cx="23774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Order up to S=30 when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inventory ≤ s=10.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 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Mean return: +$8,882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Fill rate: 97.1%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Stockout: 9.9%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 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Real retail systems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use exactly this rule.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1234440"/>
            <a:ext cx="269748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59" y="1234440"/>
            <a:ext cx="269748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125272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Q-LEARNING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157276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8FF"/>
                </a:solidFill>
                <a:latin typeface="Calibri"/>
              </a:rPr>
              <a:t>Learning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1" y="1965960"/>
            <a:ext cx="23774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Q(s,a) ← Q(s,a) + α[r + γ·maxQ(s',a') − Q(s,a)]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 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Mean return: +$8,924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Fill rate: 99.76%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Stockout: 0.62%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 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Matches revenue.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Eliminates stockouts.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044"/>
                </a:solidFill>
                <a:latin typeface="Calibri"/>
              </a:rPr>
              <a:t>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200 paired episodes (greedy policy, no exploration)  ·  Episode seeds 1000–1199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07008"/>
            <a:ext cx="2011680" cy="12618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6187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  <a:latin typeface="Calibri"/>
              </a:rPr>
              <a:t>0.62%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9019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Q-Learning stockout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207008"/>
            <a:ext cx="2011680" cy="12618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26187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C2626"/>
                </a:solidFill>
                <a:latin typeface="Calibri"/>
              </a:rPr>
              <a:t>vs 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019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(s,S) rule stockout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207008"/>
            <a:ext cx="2011680" cy="12618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26187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Calibri"/>
              </a:rPr>
              <a:t>99.76%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9019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Q-Learning fill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19" y="1207008"/>
            <a:ext cx="2011680" cy="12618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19" y="126187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2044"/>
                </a:solidFill>
                <a:latin typeface="Calibri"/>
              </a:rPr>
              <a:t>p=0.32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19" y="19019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Revenue diff: not significant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8503920" cy="347472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651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651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Mean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6517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79" y="2651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Fill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2651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Stockout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99232"/>
            <a:ext cx="8503920" cy="40233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99923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Q-Learning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99923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+$8,924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299923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$2,120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79" y="299923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99.76%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599" y="299923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0.62%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410712"/>
            <a:ext cx="8503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41071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(s,S)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41071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+$8,882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41071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$1,612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41071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97.11%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599" y="341071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9.92%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822191"/>
            <a:ext cx="8503920" cy="402336"/>
          </a:xfrm>
          <a:prstGeom prst="rect">
            <a:avLst/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822191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Random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822191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+$7,223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3822191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$1,555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3822191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93.15%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3822191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12.95%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Revenue difference Q vs (s,S): p=0.32 (not significant). Real advantage: 16× stockout reduction. Revenue metric alone is not sufficient.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044"/>
                </a:solidFill>
                <a:latin typeface="Calibri"/>
              </a:rPr>
              <a:t>Training &amp;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1,000 episodes  ·  ~1 second on any laptop  ·  no external RL library</a:t>
            </a:r>
          </a:p>
        </p:txBody>
      </p:sp>
      <p:pic>
        <p:nvPicPr>
          <p:cNvPr id="4" name="Picture 3" descr="fig1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0432"/>
            <a:ext cx="5394960" cy="2560320"/>
          </a:xfrm>
          <a:prstGeom prst="rect">
            <a:avLst/>
          </a:prstGeom>
        </p:spPr>
      </p:pic>
      <p:pic>
        <p:nvPicPr>
          <p:cNvPr id="5" name="Picture 4" descr="fig5_td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67328"/>
            <a:ext cx="5394960" cy="1188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1234440"/>
            <a:ext cx="29260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2801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563EB"/>
                </a:solidFill>
                <a:latin typeface="Calibri"/>
              </a:rPr>
              <a:t>+7,265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85623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Mean return
episodes 1–200
(exploring)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2514600"/>
            <a:ext cx="29260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25603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563EB"/>
                </a:solidFill>
                <a:latin typeface="Calibri"/>
              </a:rPr>
              <a:t>+8,453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13639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Mean return
episodes 801–1000
(converged)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3794760"/>
            <a:ext cx="29260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38404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563EB"/>
                </a:solidFill>
                <a:latin typeface="Calibri"/>
              </a:rPr>
              <a:t>+16%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441655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Improvement
over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044"/>
                </a:solidFill>
                <a:latin typeface="Calibri"/>
              </a:rPr>
              <a:t>Stress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Two adversarial scenarios - do agents adapt when conditions change?</a:t>
            </a:r>
          </a:p>
        </p:txBody>
      </p:sp>
      <p:pic>
        <p:nvPicPr>
          <p:cNvPr id="4" name="Picture 3" descr="fig6_edg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4206240" cy="2286000"/>
          </a:xfrm>
          <a:prstGeom prst="rect">
            <a:avLst/>
          </a:prstGeom>
        </p:spPr>
      </p:pic>
      <p:pic>
        <p:nvPicPr>
          <p:cNvPr id="5" name="Picture 4" descr="fig8_demand_sh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115568"/>
            <a:ext cx="4206240" cy="228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3547872"/>
            <a:ext cx="8503920" cy="347472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3547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59" y="3547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(s,S)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35478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79" y="3547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895344"/>
            <a:ext cx="85039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8953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High-demand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8953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+$9,509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38953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+$9,372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389534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  <a:latin typeface="Calibri"/>
              </a:rPr>
              <a:t>+$7,189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79" y="38953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Spike start: agent adapts fast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370831"/>
            <a:ext cx="8503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37083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Sudden demand shock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37083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+$9,093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437083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+$8,945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4370831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  <a:latin typeface="Calibri"/>
              </a:rPr>
              <a:t>+$7,456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437083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Shock mid-ep: regime-blind rule lags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Both tests confirm: Q-learning reads the regime state immediately. The (s,S) rule has no such signal - it reacts only through inventory depletion.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044"/>
                </a:solidFill>
                <a:latin typeface="Calibri"/>
              </a:rPr>
              <a:t>What the Agent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Greedy policy: order quantity for each (inventory bin, demand regime) state</a:t>
            </a:r>
          </a:p>
        </p:txBody>
      </p:sp>
      <p:pic>
        <p:nvPicPr>
          <p:cNvPr id="4" name="Picture 3" descr="fig2_polic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6035040" cy="3200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92240" y="1234440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23444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Low stock + high demand → max order (25 units)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2148840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4884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High stock + any demand → order little or nothing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063240"/>
            <a:ext cx="54864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06324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Same inventory, different regime → different 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977639"/>
            <a:ext cx="54864" cy="64008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97763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(s,S) rule ignores regime - agent exploits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044"/>
                </a:solidFill>
                <a:latin typeface="Calibri"/>
              </a:rPr>
              <a:t>Failure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Five failure modes to monitor before any production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07008"/>
            <a:ext cx="73152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Reward Hacking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Agent aggressively minimises stockouts. If supplier MOQ &lt; 5 units, it may order more frequently and inflate fixed ordering costs in ways the reward doesn't penalise.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75104"/>
            <a:ext cx="73152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7510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Higher 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76856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σ=$2,120 vs $1,612 for (s,S). In the worst decile (P10), Q-learning underperforms by ~$608/year. Managers on downside metrics may prefer the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43200"/>
            <a:ext cx="7315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Simulator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44952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Environment uses stationary Poisson demand. Real retail has calendar effects, cross-SKU correlation, promotions. Agent was never trained on these.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511296"/>
            <a:ext cx="73152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1129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Latent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13048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Demand regime is observed in simulation but latent in production. It must be inferred from recent sales - a separate classification problem not yet solved.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79392"/>
            <a:ext cx="73152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7939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Non-Stationarity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81144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Q-table is static after training. Sustained demand drift (new store format, new competitors) will degrade performance silently and without warning.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960120"/>
            <a:ext cx="8732520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60120"/>
            <a:ext cx="8732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2044"/>
                </a:solidFill>
                <a:latin typeface="Calibri"/>
              </a:rPr>
              <a:t>SHADOW DEPLOY  -  observe for one selling season before granting order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41148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865376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C8E8"/>
                </a:solidFill>
                <a:latin typeface="Calibri"/>
              </a:rPr>
              <a:t>Real-time dashboard comparing agent recommendation to buyer's actual order. Flag divergences &gt; one order tier.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60320"/>
            <a:ext cx="41148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C8E8"/>
                </a:solidFill>
                <a:latin typeface="Calibri"/>
              </a:rPr>
              <a:t>Hard cap: agent may never push inventory above physical shelf capacity. Enforce at warehouse level, not just in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41148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328416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C8E8"/>
                </a:solidFill>
                <a:latin typeface="Calibri"/>
              </a:rPr>
              <a:t>Regime-labelling pipeline. Until a rolling demand classifier is operational, the agent is acting on incomplete state.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23360"/>
            <a:ext cx="41148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059936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C8E8"/>
                </a:solidFill>
                <a:latin typeface="Calibri"/>
              </a:rPr>
              <a:t>Six-month re-training cycle on real transaction data, evaluated on held-out weeks before deploying the updated 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4645152"/>
            <a:ext cx="8732520" cy="320040"/>
          </a:xfrm>
          <a:prstGeom prst="rect">
            <a:avLst/>
          </a:prstGeom>
          <a:solidFill>
            <a:srgbClr val="28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"If this agent learns the wrong policy, who notices, and when?"  - Shadow deployment is how we build the answer.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